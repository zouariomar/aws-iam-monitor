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315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SUJET DE STAGE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Surveillance en Temps Réel</a:t>
            </a:r>
            <a:endParaRPr 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Changements IAM sur AWS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6D2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automatisée à l'échelle de l'organisation AWS — création d'utilisateurs, modifications de rôles, permissions et politiques d'accès.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784080" y="1554480"/>
            <a:ext cx="1737360" cy="1737360"/>
          </a:xfrm>
          <a:prstGeom prst="ellipse">
            <a:avLst/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8420" y="1988820"/>
            <a:ext cx="868680" cy="868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0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Cloud • Conformité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22960" y="58064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6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5806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77440" y="5806440"/>
            <a:ext cx="1476756" cy="457200"/>
          </a:xfrm>
          <a:prstGeom prst="roundRect">
            <a:avLst>
              <a:gd name="adj" fmla="val 16000"/>
            </a:avLst>
          </a:prstGeom>
          <a:solidFill>
            <a:srgbClr val="26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377440" y="5806440"/>
            <a:ext cx="14767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37076" y="5806440"/>
            <a:ext cx="950976" cy="457200"/>
          </a:xfrm>
          <a:prstGeom prst="roundRect">
            <a:avLst>
              <a:gd name="adj" fmla="val 16000"/>
            </a:avLst>
          </a:prstGeom>
          <a:solidFill>
            <a:srgbClr val="26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37076" y="580644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170932" y="5806440"/>
            <a:ext cx="1792224" cy="457200"/>
          </a:xfrm>
          <a:prstGeom prst="roundRect">
            <a:avLst>
              <a:gd name="adj" fmla="val 16000"/>
            </a:avLst>
          </a:prstGeom>
          <a:solidFill>
            <a:srgbClr val="26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170932" y="58064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STS AssumeRole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46036" y="5806440"/>
            <a:ext cx="950976" cy="457200"/>
          </a:xfrm>
          <a:prstGeom prst="roundRect">
            <a:avLst>
              <a:gd name="adj" fmla="val 16000"/>
            </a:avLst>
          </a:prstGeom>
          <a:solidFill>
            <a:srgbClr val="2637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146036" y="5806440"/>
            <a:ext cx="9509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18320" y="5852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FA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Vermeg  •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problématique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7589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51560" y="1783080"/>
            <a:ext cx="640080" cy="64008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2763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surface d'attaque critique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920240" y="202996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contrôle l'accès à tous les comptes AWS. Une modification malveillante ou erronée peut compromettre l'ensemble de l'organisation.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77240" y="2944368"/>
            <a:ext cx="7589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51560" y="3264408"/>
            <a:ext cx="640080" cy="64008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342442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1089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changements invisibles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920240" y="3511296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Créations d'utilisateurs, nouvelles permissions ou politiques d'accès passent souvent inaperçues sans surveillance dédiée.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77240" y="4425696"/>
            <a:ext cx="75895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051560" y="4745736"/>
            <a:ext cx="640080" cy="64008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80" y="4905756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59028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besoin de traçabilité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920240" y="499262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audits de conformité exigent un historique fiable et centralisé de tous les changements IAM.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686800" y="1463040"/>
            <a:ext cx="2743200" cy="4041648"/>
          </a:xfrm>
          <a:prstGeom prst="roundRect">
            <a:avLst>
              <a:gd name="adj" fmla="val 2667"/>
            </a:avLst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692640" y="1828800"/>
            <a:ext cx="731520" cy="731520"/>
          </a:xfrm>
          <a:prstGeom prst="ellipse">
            <a:avLst/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20116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8696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L'objectif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915400" y="315468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chaque changement IAM, dès qu'il se produit, sur tous les comptes.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508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33272" y="1764792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192938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29000" y="170992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033272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temps réel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33272" y="2807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Repérer immédiatement la création d'un nouvel utilisateur IAM.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53712" y="1508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09744" y="1764792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92938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70992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809744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de l'existant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09744" y="2807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Inventorier les utilisateurs IAM sur l'ensemble des comptes.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330184" y="150876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586216" y="1764792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8" y="192938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81944" y="170992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8586216" y="24688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des permissions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86216" y="2807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Identifier les changements de rôles, policies et permissions.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77240" y="354787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033272" y="3803904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3968496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429000" y="37490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1033272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whitelists &amp; conditions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033272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Détecter les modifications des conditions d'accès réseau.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553712" y="354787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4809744" y="3803904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4336" y="3968496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05472" y="37490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4809744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centralisées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809744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Remonter les événements au niveau de l'organisation AWS.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8330184" y="3547872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8586216" y="3803904"/>
            <a:ext cx="658368" cy="658368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0808" y="3968496"/>
            <a:ext cx="329184" cy="3291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981944" y="374904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3E9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7" name="Text 29"/>
          <p:cNvSpPr/>
          <p:nvPr/>
        </p:nvSpPr>
        <p:spPr>
          <a:xfrm>
            <a:off x="8586216" y="45079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&amp; historique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586216" y="48463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un rapport d'audit et conserver l'historique.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 : un mécanisme centralisé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Lancé depuis le compte AWS Organization, il assume un rôle en lecture seule sur chaque sous-compte.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3200400" cy="2468880"/>
          </a:xfrm>
          <a:prstGeom prst="roundRect">
            <a:avLst>
              <a:gd name="adj" fmla="val 3704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28800" y="2514600"/>
            <a:ext cx="1097280" cy="109728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27889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03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Compte Organization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0690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&amp; collecte centralisée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2926080"/>
            <a:ext cx="960120" cy="960120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9190" y="316611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39319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STS AssumeRole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206240" y="422452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seule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977640" y="3401568"/>
            <a:ext cx="685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669280" y="3401568"/>
            <a:ext cx="685800" cy="0"/>
          </a:xfrm>
          <a:prstGeom prst="line">
            <a:avLst/>
          </a:prstGeom>
          <a:noFill/>
          <a:ln w="3175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92240" y="2194560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720840" y="2313432"/>
            <a:ext cx="475488" cy="475488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243230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360920" y="219456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Sous-compte 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9052560" y="219456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 • Rôles • Policies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92240" y="3063240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720840" y="3182112"/>
            <a:ext cx="475488" cy="475488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3300984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60920" y="306324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Sous-compte B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9052560" y="306324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 • Rôles • Policies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492240" y="3931920"/>
            <a:ext cx="4892040" cy="713232"/>
          </a:xfrm>
          <a:prstGeom prst="roundRect">
            <a:avLst>
              <a:gd name="adj" fmla="val 1025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720840" y="4050792"/>
            <a:ext cx="475488" cy="475488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4169664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60920" y="393192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Sous-compte C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052560" y="3931920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 • Rôles • Policies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6492240" y="489204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en lecture seule déployé sur chaque compte de l'organisation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&amp; technologies AWS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chaîne de services managés pour capter, traiter et diffuser les événements.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746504" y="1993392"/>
            <a:ext cx="731520" cy="73152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217627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1089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Journalisation des appels API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93592" y="1737360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62856" y="1993392"/>
            <a:ext cx="731520" cy="73152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217627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78892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76472" y="31089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Déclenchement sur événement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9944" y="1737360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379208" y="1993392"/>
            <a:ext cx="731520" cy="73152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217627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9944" y="278892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592824" y="31089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&amp; logique en Python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226296" y="1737360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195560" y="1993392"/>
            <a:ext cx="731520" cy="73152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78440" y="217627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788920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STS AssumeRole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409176" y="3108960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Accès inter-comptes sécurisé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77240" y="3675888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746504" y="3931920"/>
            <a:ext cx="731520" cy="73152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9384" y="41148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77240" y="47274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960120" y="504748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&amp; alertes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593592" y="3675888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562856" y="3931920"/>
            <a:ext cx="731520" cy="73152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5736" y="41148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93592" y="47274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3776472" y="504748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de l'historique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9944" y="3675888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379208" y="3931920"/>
            <a:ext cx="731520" cy="73152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2088" y="4114800"/>
            <a:ext cx="365760" cy="3657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409944" y="47274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6592824" y="504748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 &amp; supervision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226296" y="3675888"/>
            <a:ext cx="267004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10195560" y="3931920"/>
            <a:ext cx="731520" cy="73152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8440" y="4114800"/>
            <a:ext cx="365760" cy="36576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226296" y="4727448"/>
            <a:ext cx="2670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9409176" y="5047488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 &amp; rapports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 en temps réel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23060" y="2377440"/>
            <a:ext cx="914400" cy="914400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2606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520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Événement IAM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39319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changement est capté par CloudTrail.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2424" y="3429000"/>
            <a:ext cx="210312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11880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57700" y="2377440"/>
            <a:ext cx="914400" cy="914400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520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Déclenchement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40480" y="39319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 détecte et route l'événement.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27064" y="3429000"/>
            <a:ext cx="210312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46520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292340" y="2377440"/>
            <a:ext cx="914400" cy="914400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26060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46520" y="3520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675120" y="39319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(Python) qualifie le changement.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61704" y="3429000"/>
            <a:ext cx="210312" cy="0"/>
          </a:xfrm>
          <a:prstGeom prst="line">
            <a:avLst/>
          </a:prstGeom>
          <a:noFill/>
          <a:ln w="38100">
            <a:solidFill>
              <a:srgbClr val="FF99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281160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0126980" y="2377440"/>
            <a:ext cx="914400" cy="914400"/>
          </a:xfrm>
          <a:prstGeom prst="ellipse">
            <a:avLst/>
          </a:prstGeom>
          <a:solidFill>
            <a:srgbClr val="FF9900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580" y="260604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81160" y="3520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 &amp; archivage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509760" y="39319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notifie, S3 conserve l'historique.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77240" y="5212080"/>
            <a:ext cx="10607040" cy="685800"/>
          </a:xfrm>
          <a:prstGeom prst="roundRect">
            <a:avLst>
              <a:gd name="adj" fmla="val 10667"/>
            </a:avLst>
          </a:prstGeom>
          <a:solidFill>
            <a:srgbClr val="1B27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1005840" y="521208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 quasi instantanée + trace immuable, sans intervention manuelle.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Livrables attendus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55448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685800" cy="68580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730" y="20916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81051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en temps réel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057400" y="2267712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 automatiques dès qu'un changement IAM sensible survient sur un compte.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77240" y="3127248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1097280" y="3493008"/>
            <a:ext cx="685800" cy="68580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730" y="3664458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33832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des changements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20574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centralisé et horodaté de toutes les modifications, conservé de façon durable.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77240" y="4700016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097280" y="5065776"/>
            <a:ext cx="685800" cy="68580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730" y="5237226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57400" y="49560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d'audit de sécurité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2057400" y="541324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 périodique exploitable pour la conformité et la revue des accès.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502920"/>
            <a:ext cx="868680" cy="868680"/>
          </a:xfrm>
          <a:prstGeom prst="ellipse">
            <a:avLst/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72009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5486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développées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77240" y="1737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99796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99032" y="1737360"/>
            <a:ext cx="189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IAM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611880" y="1737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1997964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33672" y="1737360"/>
            <a:ext cx="189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446520" y="1737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99796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68312" y="1737360"/>
            <a:ext cx="189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9281160" y="1737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1997964"/>
            <a:ext cx="347472" cy="34747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902952" y="1737360"/>
            <a:ext cx="189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350" dirty="0"/>
          </a:p>
        </p:txBody>
      </p:sp>
      <p:sp>
        <p:nvSpPr>
          <p:cNvPr id="18" name="Shape 11"/>
          <p:cNvSpPr/>
          <p:nvPr/>
        </p:nvSpPr>
        <p:spPr>
          <a:xfrm>
            <a:off x="777240" y="2880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140964"/>
            <a:ext cx="347472" cy="34747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399032" y="2880360"/>
            <a:ext cx="189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STS AssumeRole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3611880" y="2880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336" y="3140964"/>
            <a:ext cx="347472" cy="34747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233672" y="2880360"/>
            <a:ext cx="189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350" dirty="0"/>
          </a:p>
        </p:txBody>
      </p:sp>
      <p:sp>
        <p:nvSpPr>
          <p:cNvPr id="24" name="Shape 15"/>
          <p:cNvSpPr/>
          <p:nvPr/>
        </p:nvSpPr>
        <p:spPr>
          <a:xfrm>
            <a:off x="6446520" y="2880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3140964"/>
            <a:ext cx="347472" cy="34747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068312" y="2880360"/>
            <a:ext cx="189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Cloud</a:t>
            </a:r>
            <a:endParaRPr lang="en-US" sz="1350" dirty="0"/>
          </a:p>
        </p:txBody>
      </p:sp>
      <p:sp>
        <p:nvSpPr>
          <p:cNvPr id="27" name="Shape 17"/>
          <p:cNvSpPr/>
          <p:nvPr/>
        </p:nvSpPr>
        <p:spPr>
          <a:xfrm>
            <a:off x="9281160" y="2880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0616" y="3140964"/>
            <a:ext cx="347472" cy="347472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902952" y="2880360"/>
            <a:ext cx="18928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&amp; conformité</a:t>
            </a:r>
            <a:endParaRPr lang="en-US" sz="1350" dirty="0"/>
          </a:p>
        </p:txBody>
      </p:sp>
      <p:sp>
        <p:nvSpPr>
          <p:cNvPr id="30" name="Shape 19"/>
          <p:cNvSpPr/>
          <p:nvPr/>
        </p:nvSpPr>
        <p:spPr>
          <a:xfrm>
            <a:off x="777240" y="4343400"/>
            <a:ext cx="10607040" cy="1691640"/>
          </a:xfrm>
          <a:prstGeom prst="roundRect">
            <a:avLst>
              <a:gd name="adj" fmla="val 5405"/>
            </a:avLst>
          </a:prstGeom>
          <a:solidFill>
            <a:srgbClr val="26374A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0"/>
          <p:cNvSpPr/>
          <p:nvPr/>
        </p:nvSpPr>
        <p:spPr>
          <a:xfrm>
            <a:off x="1143000" y="4800600"/>
            <a:ext cx="822960" cy="822960"/>
          </a:xfrm>
          <a:prstGeom prst="ellipse">
            <a:avLst/>
          </a:prstGeom>
          <a:solidFill>
            <a:srgbClr val="1B2733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740" y="5006340"/>
            <a:ext cx="411480" cy="4114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2194560" y="461772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visibilité continue et centralisée sur la sécurité des identités AWS</a:t>
            </a:r>
            <a:endParaRPr lang="en-US" sz="2000" dirty="0"/>
          </a:p>
        </p:txBody>
      </p:sp>
      <p:sp>
        <p:nvSpPr>
          <p:cNvPr id="34" name="Text 22"/>
          <p:cNvSpPr/>
          <p:nvPr/>
        </p:nvSpPr>
        <p:spPr>
          <a:xfrm>
            <a:off x="2194560" y="5230368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détection en temps réel à l'audit de conformité — sur l'ensemble de l'organisation.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478</Words>
  <Application>Microsoft Office PowerPoint</Application>
  <PresentationFormat>Widescreen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Sujet de stage — Audit IAM AWS</dc:title>
  <dc:subject>PptxGenJS Presentation</dc:subject>
  <dc:creator>Vermeg</dc:creator>
  <cp:lastModifiedBy>Amine CHTIOUI</cp:lastModifiedBy>
  <cp:revision>1</cp:revision>
  <dcterms:created xsi:type="dcterms:W3CDTF">2026-07-07T08:28:04Z</dcterms:created>
  <dcterms:modified xsi:type="dcterms:W3CDTF">2026-07-07T10:48:33Z</dcterms:modified>
</cp:coreProperties>
</file>